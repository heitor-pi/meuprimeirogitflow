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9F8E-ABF2-69A9-4284-01EFFD35D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99DE1-2779-3160-D18E-FCBED9CD3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2CA0-ADCE-6A0B-2150-4127777A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48F44-FAE4-B7B5-FB7F-20FD9D0A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A98DD-3FA3-5423-F38F-51A2246A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0011-2371-B797-33E2-A2A1F724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33B6-2BA0-E044-1CD6-1583D98B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572A-780B-8440-D966-D09D49FA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4CD7-AE8B-15C9-AC6C-04D0099F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7BE59-5D52-1B4A-8947-65FF571B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9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44C-C1DB-5DED-6262-D5BECCFB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A2BBB-F012-4847-A0D3-12D0E56BD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C0C6-4001-8014-CC0F-83DFDB99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D3C4C-4AEE-6580-10DB-492D1EF5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F454E-FBAA-25D6-0850-313DEBE0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B313-0D95-C4B5-D297-43525ACA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859E-1F62-890A-F744-4A2B70A12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5242A-524F-224D-573E-4741295D7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53DE9-1905-CF41-7B29-3572245B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CF5BE-636D-A13E-9667-F886698F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33470-5AF6-9C4A-96F4-582BE827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4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397A-41FE-0FBE-1578-E617251E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09FC-CC24-B377-DF4D-0C49466A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2C859-5470-7043-1970-FAF271BA0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37D1C-96F1-1C5B-73F6-37D213C41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CF22F-505A-7DF7-B9E3-3F468E130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2D530-E30C-533A-AB7D-F57735B1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B4564-4F64-413E-D466-AA18A0B3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EF767-4A94-CEDE-201E-8B368A95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3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166B-4F26-4B8D-56C4-D98D0AB07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9D2BC-B509-3510-BD6C-26D442EF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DC763-C677-E667-D1D5-C2ADBCA6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86F8A-3130-8AD7-F46F-2AAC2038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8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A3779-4A44-74CB-006F-33371875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2ECC-24E9-081A-3A9A-A684E980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7616-01BC-4CB3-C26B-9BE4195E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3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090D-9458-9B33-BAD7-858D09E5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14B6-BE34-EE0C-EF3C-BF5BF630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999D9-2C12-B769-A468-FFFCF9FB8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02A45-7553-0724-3BBB-0AA70965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0A073-787E-11B0-A4DD-D58B3EF7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68951-6F0C-EB85-9565-D20B8B33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11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A82D-56D3-6D22-81FD-EBBCB95F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7257C-B62F-D7F2-894A-283DBD120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2539A-FF71-B0CE-F64B-7CD0879BE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13EEC-652B-C1A9-955A-4249346A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B8513-0666-9F1D-B87B-8EB71866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88113-5BFA-B123-3422-C2C3EB82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3CAC-786D-2D36-4EFF-149080A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706E0-482E-CF64-D942-8BA23383E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68DD0-8A73-3722-D9FC-D3437B86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391C-235E-ADAA-5FA1-EAA19230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D848-3D74-4ECF-F73A-CD8B6CBC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3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F24D7-406D-1D5B-E362-D6EE89615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83AA8-5347-8D52-ED9F-1F5A6AAE9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370AE-83E5-C8AD-4C55-944E87EF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9843F-D01D-B77C-6C94-4CC425F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47BA2-E1B0-1A9F-F5FB-82066F88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9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637DA-C736-69AD-2701-451286BE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28801-1528-FC9C-993E-55AF8D128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9685B-B8B5-6094-DEC3-FDAA4507C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45DF6-DDD7-4B62-8968-7D9E2EBB8CE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2E96-9844-D5C7-0D88-3B8FC1F03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448CF-0B9D-A735-16F6-78D766AB5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53D10-B316-412E-BB19-4573E3719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5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D4CF-3DF0-4280-3C90-64554DD24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16B71-6C7E-3FED-F0A3-B7D1C018B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65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 FIAP</dc:creator>
  <cp:lastModifiedBy>Laboratório FIAP</cp:lastModifiedBy>
  <cp:revision>1</cp:revision>
  <dcterms:created xsi:type="dcterms:W3CDTF">2026-10-09T00:47:53Z</dcterms:created>
  <dcterms:modified xsi:type="dcterms:W3CDTF">2026-10-09T00:48:05Z</dcterms:modified>
</cp:coreProperties>
</file>